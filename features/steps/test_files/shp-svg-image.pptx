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9236-4275-AD47-5372-08A5A3CDB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4A584-C1C7-26A2-2317-DC6AC4B3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39A-AEA3-4938-357B-8B5E00BD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30565-67D5-2C43-1909-EC6CA2EF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FC3D-2F95-C883-3578-C7FF4C2D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6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99F5-817E-54E9-454A-BDBAEE92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FC571-50A7-32C2-45DD-BD65F78AC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551B-8EAA-222A-38B2-9B15F7B4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3E53-B8BF-2D19-80CD-05579773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C188A-96F1-61C3-9645-C4B4174B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7624-1905-27FF-2720-2D408D14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639BB-D639-0289-6089-9D98B06A0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A1BB-416C-E8A8-14A4-AB22E86C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B691B-5BBD-703C-191C-6BBF1C91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0FA8-BBE0-A238-7484-EEEC844C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785B-ED87-35C4-A393-3C8E1CA4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850AB-859B-E7DF-501C-16EA97665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813D0-4BC5-1B84-E210-CB752868B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0D27B-1F0F-1BF7-8FB0-12765217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57094-6DDF-DA4C-5677-020CEDE3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C9834-1769-35E4-F2AE-1B3D7EF0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7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EEEA-9D3A-374C-B5E4-BCEF9AE8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A4C34-0C9D-4296-6B8C-B6F2A6D02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55DEB-5016-E628-48A4-49D9D5575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58D03-594A-FCD7-2BA4-1070B7653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C210B-C7E5-46C6-76CF-F5523380E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678291-CCAD-8DAC-6614-C30DFBF4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812CE-2E3B-12C7-8891-DC455987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8BA31-9367-F839-FCB8-E903B110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19B3-9AEA-0A56-5D95-6D978338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24E5E-7182-4E49-0038-040DBA5C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2E0E8-6519-96BD-7CB5-41610476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207D2-341F-2E6A-3EC2-0E218523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5684F-3222-8044-3951-8E535AE8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A5619-A78D-6B03-B67D-5BBE942F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50CBD-937D-3661-3B33-BD55CEFE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FC4E-4BF1-E067-094B-D7C029D8A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46A0-4E2D-498A-DCF6-07BA9D603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0195C-B0D1-E3B3-B460-4A52E00BD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AF491-A23F-B072-E80C-D4E25206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A7A91-8C3C-4144-D82E-CE2FE941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2C947-E8E0-B799-90D7-4C7646CF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6D09-B294-2FAF-6ABC-059C6406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A5AA9-1EDE-1E11-3D12-CD5631D4A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C61F0-B9D5-BD28-C50D-C372C0F8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C3FB8-8AF9-D637-8CBF-2BD8193C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99A04-3283-17CC-7AFC-16BF8D63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53BA-BE9F-4F03-AE21-C9918CD5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3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4294-AD91-CCCC-DEF8-57618F83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E4CE8-B713-CB00-3BAA-A610876FC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791CA-149C-1AB1-E363-14D7DDFA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00E6-6BDA-1052-2595-BFACA012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EC16-D090-D325-E7DD-5D990959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5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B89D0-074C-ED65-AC52-A6010C160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04CF5-0056-94A6-09A5-8047F9150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6F8A-00F2-4A86-F881-1A9BA2E6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1BC47-B154-78A8-DE07-B9980E8C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9A8F-F942-F380-7B0B-AD4B1509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CE951-5916-051D-0D1E-732750A6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EA3B4-C570-1F22-DAAF-D58F9F3FF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BCEBA-6092-AEED-2BAC-6CB663DC9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79715-EC15-664C-BBF4-E00BE63326C5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8267A-0D0D-9B84-AD59-02E7E8148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45C1A-7309-891D-321F-8489DAFB7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EC507-ADBE-8747-99F0-FC4C3AF62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6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40082A3-4DC8-4518-5A9A-715718E34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629126C-AB53-0820-C9AE-63ACD5D85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8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Sverker Janson</dc:creator>
  <cp:lastModifiedBy>Sverker Janson</cp:lastModifiedBy>
  <cp:revision>1</cp:revision>
  <dcterms:created xsi:type="dcterms:W3CDTF">2025-12-25T15:22:09Z</dcterms:created>
  <dcterms:modified xsi:type="dcterms:W3CDTF">2025-12-25T15:24:11Z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0afd86-dcf7-4483-b9eb-5af1dcd104e1_Enabled">
    <vt:lpwstr>true</vt:lpwstr>
  </property>
  <property fmtid="{D5CDD505-2E9C-101B-9397-08002B2CF9AE}" pid="3" name="MSIP_Label_680afd86-dcf7-4483-b9eb-5af1dcd104e1_SetDate">
    <vt:lpwstr>2025-12-25T15:24:10Z</vt:lpwstr>
  </property>
  <property fmtid="{D5CDD505-2E9C-101B-9397-08002B2CF9AE}" pid="4" name="MSIP_Label_680afd86-dcf7-4483-b9eb-5af1dcd104e1_Method">
    <vt:lpwstr>Standard</vt:lpwstr>
  </property>
  <property fmtid="{D5CDD505-2E9C-101B-9397-08002B2CF9AE}" pid="5" name="MSIP_Label_680afd86-dcf7-4483-b9eb-5af1dcd104e1_Name">
    <vt:lpwstr>K2 Intern</vt:lpwstr>
  </property>
  <property fmtid="{D5CDD505-2E9C-101B-9397-08002B2CF9AE}" pid="6" name="MSIP_Label_680afd86-dcf7-4483-b9eb-5af1dcd104e1_SiteId">
    <vt:lpwstr>5a9809cf-0bcb-413a-838a-09ecc40cc9e8</vt:lpwstr>
  </property>
  <property fmtid="{D5CDD505-2E9C-101B-9397-08002B2CF9AE}" pid="7" name="MSIP_Label_680afd86-dcf7-4483-b9eb-5af1dcd104e1_ActionId">
    <vt:lpwstr>d339a4a2-e07c-42b0-89d7-ba1a407df8fa</vt:lpwstr>
  </property>
  <property fmtid="{D5CDD505-2E9C-101B-9397-08002B2CF9AE}" pid="8" name="MSIP_Label_680afd86-dcf7-4483-b9eb-5af1dcd104e1_ContentBits">
    <vt:lpwstr>0</vt:lpwstr>
  </property>
  <property fmtid="{D5CDD505-2E9C-101B-9397-08002B2CF9AE}" pid="9" name="MSIP_Label_680afd86-dcf7-4483-b9eb-5af1dcd104e1_Tag">
    <vt:lpwstr>50, 3, 0, 1</vt:lpwstr>
  </property>
</Properties>
</file>