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81-8547-8481-2F3CD47254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81-8547-8481-2F3CD47254F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Close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dot"/>
            <c:size val="3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Sheet1!$A$2:$A$6</c:f>
              <c:numCache>
                <c:formatCode>m/d/yy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32</c:v>
                </c:pt>
                <c:pt idx="1">
                  <c:v>35</c:v>
                </c:pt>
                <c:pt idx="2">
                  <c:v>34</c:v>
                </c:pt>
                <c:pt idx="3">
                  <c:v>35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881-8547-8481-2F3CD47254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axId val="323793151"/>
        <c:axId val="329957823"/>
      </c:stockChart>
      <c:dateAx>
        <c:axId val="323793151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9957823"/>
        <c:crosses val="autoZero"/>
        <c:auto val="1"/>
        <c:lblOffset val="100"/>
        <c:baseTimeUnit val="days"/>
      </c:dateAx>
      <c:valAx>
        <c:axId val="329957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3793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5CF6-C28F-B724-7203-AFD5A774B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CED80C-8398-AF97-2C7A-762D53353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9F106-57FF-6CEB-F545-5723E77E3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8016C-7A6D-2C47-BC1C-B750032F74A2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2A462-3751-6A39-55D6-0C0140D7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C0C3C-9BFF-CC30-1E48-C8562185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C4E15-FA8F-EE42-921F-DA63A2FF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31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D778E-24CC-A54E-E70A-97CC7224F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2A053-AE23-5290-B65A-FA6656BCD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CF057-CEE8-C268-0749-035EA5BC6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8016C-7A6D-2C47-BC1C-B750032F74A2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15FD2-69B9-FE9E-2310-67499927F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58187-A30E-3947-FE30-054153F2C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C4E15-FA8F-EE42-921F-DA63A2FF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43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7986-D91F-EA19-DDBA-0C23A9C9A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0DEE9-E098-A169-6C98-FBB63D01D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5E03D-0CFD-4AC8-094E-982744C7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8016C-7A6D-2C47-BC1C-B750032F74A2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A36AC-84C5-4F97-BC21-6E14261B8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C7221-FF7A-DA65-E661-A5A2A269C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C4E15-FA8F-EE42-921F-DA63A2FF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96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CED1-A3FD-1164-5F0C-3E61E273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C91F5-84BF-53FB-427D-A417738A8B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CEE07-F659-25BF-E57A-1DC620EC2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DADD4-B775-D039-1017-C71D2B219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8016C-7A6D-2C47-BC1C-B750032F74A2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195BD-7C40-3423-A72D-1FF8E5D1B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CF55A-7E45-8E3A-796D-6F8292BDE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C4E15-FA8F-EE42-921F-DA63A2FF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44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0D313-2558-90A6-3A46-19E0FFE2D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AF59A-E544-75AE-C5C9-54A7C5017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D85C6-6E10-EC76-E8BE-103AA499C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CF9E80-8B64-8580-CE96-049691CB00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128B53-07C6-3E0A-9C8E-7FC6404B2A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B8DD6D-4B52-9C09-A004-8A243D41A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8016C-7A6D-2C47-BC1C-B750032F74A2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BC54A5-7EE7-A872-D557-CC5A4058B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5FF3AD-25E2-064F-6E85-F81140B10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C4E15-FA8F-EE42-921F-DA63A2FF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69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B14E5-6935-8A6F-5919-3A46D8F42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EB7E6-E9EB-32ED-78B1-2AB593D79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8016C-7A6D-2C47-BC1C-B750032F74A2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33A4C-5ED3-17FE-BDAD-F5D65DC44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79CF2B-27FC-0022-0906-53574533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C4E15-FA8F-EE42-921F-DA63A2FF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96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00590B-08CE-9517-B9E5-F151E627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8016C-7A6D-2C47-BC1C-B750032F74A2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1E40A3-2968-C1BC-0037-C7A4E161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9AAF6-CF6E-E796-19B0-9A43E5C26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C4E15-FA8F-EE42-921F-DA63A2FF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31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E5BC-4DAB-1020-2E4F-4C52D3F9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A2B27-129A-E97A-BB6F-74EF11AE0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21909-50DC-E8D4-C67F-2CDDB1F66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CBC8A-2FCE-1A5F-92C6-505722D37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8016C-7A6D-2C47-BC1C-B750032F74A2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03B10-E17E-BD85-22E0-BF875AF89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3719D-4929-60D3-1848-49BD80182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C4E15-FA8F-EE42-921F-DA63A2FF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52630-F9BD-68D5-DB23-7412F7F3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B5696C-49FF-C30F-8EA4-024E6FBF88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45D10-DF14-0A42-1771-ED9BBFF0B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6A5A7-7423-4C76-90FC-CB72682B0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8016C-7A6D-2C47-BC1C-B750032F74A2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EC7A7-1CDD-5D98-1D89-8C992723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663CB-66AC-90E2-E6B8-41492B66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C4E15-FA8F-EE42-921F-DA63A2FF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05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0F048-98D9-113C-1F73-28B0932F8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F25739-5CD3-85D4-C829-364315BD1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1E388-68D2-5800-AAE0-81DA0D948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8016C-7A6D-2C47-BC1C-B750032F74A2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8C467-B079-F59A-69D8-9796E26D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C3937-69D5-DB1F-7010-CB1F5B888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C4E15-FA8F-EE42-921F-DA63A2FF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B26AC-64A5-F565-9C3E-2AB7EF6C0D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935EB-54D7-CBCF-6588-D020C65F3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A73CF-2E1B-B1FC-F138-9F1F5006D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8016C-7A6D-2C47-BC1C-B750032F74A2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78881-ADE5-DD91-FEDC-F243CF396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B86AF-F521-1964-9733-95E579DAA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C4E15-FA8F-EE42-921F-DA63A2FF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08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22DF0A-1D2F-FD73-D368-5CD735D1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94162-FB32-4014-84F2-284EC0BA6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5D2CC-81F2-175F-C3BE-1E54B31456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68016C-7A6D-2C47-BC1C-B750032F74A2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C36BC-88EB-6D77-3F83-2984923E3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8C4DA-227C-161D-D63A-1C1F28EC5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C4E15-FA8F-EE42-921F-DA63A2FF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81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5571E71-F78C-19FA-1673-B9268BEF1963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34466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Sverker Janson</dc:creator>
  <cp:lastModifiedBy>Sverker Janson</cp:lastModifiedBy>
  <cp:revision>1</cp:revision>
  <dcterms:created xsi:type="dcterms:W3CDTF">2025-12-25T15:08:40Z</dcterms:created>
  <dcterms:modified xsi:type="dcterms:W3CDTF">2025-12-25T15:16:00Z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0afd86-dcf7-4483-b9eb-5af1dcd104e1_Enabled">
    <vt:lpwstr>true</vt:lpwstr>
  </property>
  <property fmtid="{D5CDD505-2E9C-101B-9397-08002B2CF9AE}" pid="3" name="MSIP_Label_680afd86-dcf7-4483-b9eb-5af1dcd104e1_SetDate">
    <vt:lpwstr>2025-12-25T15:16:00Z</vt:lpwstr>
  </property>
  <property fmtid="{D5CDD505-2E9C-101B-9397-08002B2CF9AE}" pid="4" name="MSIP_Label_680afd86-dcf7-4483-b9eb-5af1dcd104e1_Method">
    <vt:lpwstr>Standard</vt:lpwstr>
  </property>
  <property fmtid="{D5CDD505-2E9C-101B-9397-08002B2CF9AE}" pid="5" name="MSIP_Label_680afd86-dcf7-4483-b9eb-5af1dcd104e1_Name">
    <vt:lpwstr>K2 Intern</vt:lpwstr>
  </property>
  <property fmtid="{D5CDD505-2E9C-101B-9397-08002B2CF9AE}" pid="6" name="MSIP_Label_680afd86-dcf7-4483-b9eb-5af1dcd104e1_SiteId">
    <vt:lpwstr>5a9809cf-0bcb-413a-838a-09ecc40cc9e8</vt:lpwstr>
  </property>
  <property fmtid="{D5CDD505-2E9C-101B-9397-08002B2CF9AE}" pid="7" name="MSIP_Label_680afd86-dcf7-4483-b9eb-5af1dcd104e1_ActionId">
    <vt:lpwstr>b2e3152a-6806-410b-92b9-a50c9fb2e32c</vt:lpwstr>
  </property>
  <property fmtid="{D5CDD505-2E9C-101B-9397-08002B2CF9AE}" pid="8" name="MSIP_Label_680afd86-dcf7-4483-b9eb-5af1dcd104e1_ContentBits">
    <vt:lpwstr>0</vt:lpwstr>
  </property>
  <property fmtid="{D5CDD505-2E9C-101B-9397-08002B2CF9AE}" pid="9" name="MSIP_Label_680afd86-dcf7-4483-b9eb-5af1dcd104e1_Tag">
    <vt:lpwstr>50, 3, 0, 1</vt:lpwstr>
  </property>
</Properties>
</file>