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D-534E-B3FA-1E72796C6D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D-534E-B3FA-1E72796C6D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DD-534E-B3FA-1E72796C6DC8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299569087"/>
        <c:axId val="327323135"/>
        <c:axId val="184084479"/>
      </c:surface3DChart>
      <c:catAx>
        <c:axId val="2995690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323135"/>
        <c:crosses val="autoZero"/>
        <c:auto val="1"/>
        <c:lblAlgn val="ctr"/>
        <c:lblOffset val="100"/>
        <c:noMultiLvlLbl val="0"/>
      </c:catAx>
      <c:valAx>
        <c:axId val="327323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569087"/>
        <c:crosses val="autoZero"/>
        <c:crossBetween val="midCat"/>
      </c:valAx>
      <c:serAx>
        <c:axId val="18408447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32313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D64E-EBA5-3736-4E00-0B7BF28EF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B5FAB-07C1-7172-8177-A06827F90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3965-95CF-761C-14E2-9650CE8E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D85B-AF32-53DB-500F-465EA9CF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0607A-9CEC-FEBE-C3DF-8E377CF8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4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ECCB-A7FE-5930-9722-0CC0D95A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0BFF-C3BD-58F1-94DC-6C086D02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9909-EDA3-6413-C096-C93BD51D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2EC33-5140-41D0-E597-CF907F67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D9A00-B94A-B5C2-5B4F-8DED943B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1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544E-8F39-AB06-EEA6-5C9B13BC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A1631-9AD3-8DD3-8771-7C8D3481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AB730-10B2-78C8-4792-F6E4E841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EFF-63A9-220B-9309-F16793AE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2652E-F3F6-8484-C3A7-D8CC5972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6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037E-BED1-D053-5400-0858ADB4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044F-472B-F0E1-FBE6-7B85317C7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7C46E-C561-43D6-E57A-45031CE21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A1CB4-05A9-1CAC-2DE5-E3032F2A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E5606-2737-BC01-A631-9DE217C1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539F4-10E0-6AA0-6F92-D1CD24BF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8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A07-97EA-8A2D-18A8-66599CAD5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22734-1B3D-4790-E30F-B5817DA41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F073E-3B9E-6B10-991F-FA2ADB716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D4C42-CD10-B291-05CA-1A97C0A50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CF2A3-AC70-1713-2F03-0DBAEB771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33866-CBE8-BD5F-58C2-98787276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45352-64FA-0182-7703-3C75CFE7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4BA99-1FCF-DAB3-FED2-C71806F7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2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70BF-2266-25BC-CEA4-A55DAEFC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35ED0-A545-ED4D-F79E-44D861F7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7FCA0-29EB-87F3-3802-C3D8B9DA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A2982-D155-DE46-47CF-522E1DC1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9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63BC2-ED16-F2D4-D43E-856CEAE0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FBFE8-99D7-52FB-840A-785EB9B8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F4233-2CCB-A84E-4B63-A9D7889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4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915A-FE2A-45F8-5ADC-3928F005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EA1D-BBB2-6A84-1797-982D3E555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D6497-382E-96E8-57F4-9ED68ED62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5FEDA-898D-C5F4-D283-4A82A93E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DD3D-D14B-52E8-454D-3CC05848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CC79-F744-45E2-3B06-3843B515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7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8CD4-EC4D-3D46-58A3-7D548FCB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992FE-0861-F7CC-9A84-BC5DB1AE4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B8B31-7160-0DAB-9B0A-C95C166E1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CD641-8A8D-04A5-70A7-5CDF962A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CA8C3-B252-7E51-8477-3FB0A4D3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CD7F0-0C07-65F5-A5CA-D2D8C7FA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5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3373-2CA8-A2DA-BF9D-BAA2F177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C90D-816A-5F2C-0611-E0D7CA8BC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69A91-054D-932C-013A-0F2E1F44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5D9CF-B523-FFDC-650E-FF87B230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2357B-845D-A57C-0BE8-BAA5B2AB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7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AB3BF-D990-7AFA-1E33-36A2B3BFB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3C333-8AC1-1190-76A5-0981B918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8AB32-7930-881E-0F9C-A472690A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CA4F-7C9E-D652-D99F-ADFB75E4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928C-FFB6-1123-EA57-35A2385F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6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E6595-27F2-5E56-632C-B1E9E169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B6B10-68A8-D8FA-0CFE-3508FA6A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CAAF-8BEB-3086-81BC-B22BF0ECC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987DE-EF7A-2346-819D-227492AF296F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63D5-8114-F4AF-4512-CAE008746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F618-63A1-1CDD-CBED-7F861842C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DC242-1C52-9948-B092-4FFBB1E8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7AD3E52-3759-8DD8-04B7-45C26FD3AF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47136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034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Sverker Janson</dc:creator>
  <cp:lastModifiedBy>Sverker Janson</cp:lastModifiedBy>
  <cp:revision>2</cp:revision>
  <dcterms:created xsi:type="dcterms:W3CDTF">2025-12-25T15:16:04Z</dcterms:created>
  <dcterms:modified xsi:type="dcterms:W3CDTF">2025-12-25T15:22:07Z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0afd86-dcf7-4483-b9eb-5af1dcd104e1_Enabled">
    <vt:lpwstr>true</vt:lpwstr>
  </property>
  <property fmtid="{D5CDD505-2E9C-101B-9397-08002B2CF9AE}" pid="3" name="MSIP_Label_680afd86-dcf7-4483-b9eb-5af1dcd104e1_SetDate">
    <vt:lpwstr>2025-12-25T15:19:58Z</vt:lpwstr>
  </property>
  <property fmtid="{D5CDD505-2E9C-101B-9397-08002B2CF9AE}" pid="4" name="MSIP_Label_680afd86-dcf7-4483-b9eb-5af1dcd104e1_Method">
    <vt:lpwstr>Standard</vt:lpwstr>
  </property>
  <property fmtid="{D5CDD505-2E9C-101B-9397-08002B2CF9AE}" pid="5" name="MSIP_Label_680afd86-dcf7-4483-b9eb-5af1dcd104e1_Name">
    <vt:lpwstr>K2 Intern</vt:lpwstr>
  </property>
  <property fmtid="{D5CDD505-2E9C-101B-9397-08002B2CF9AE}" pid="6" name="MSIP_Label_680afd86-dcf7-4483-b9eb-5af1dcd104e1_SiteId">
    <vt:lpwstr>5a9809cf-0bcb-413a-838a-09ecc40cc9e8</vt:lpwstr>
  </property>
  <property fmtid="{D5CDD505-2E9C-101B-9397-08002B2CF9AE}" pid="7" name="MSIP_Label_680afd86-dcf7-4483-b9eb-5af1dcd104e1_ActionId">
    <vt:lpwstr>4b8f224d-20f6-407e-9e28-79df773d3864</vt:lpwstr>
  </property>
  <property fmtid="{D5CDD505-2E9C-101B-9397-08002B2CF9AE}" pid="8" name="MSIP_Label_680afd86-dcf7-4483-b9eb-5af1dcd104e1_ContentBits">
    <vt:lpwstr>0</vt:lpwstr>
  </property>
  <property fmtid="{D5CDD505-2E9C-101B-9397-08002B2CF9AE}" pid="9" name="MSIP_Label_680afd86-dcf7-4483-b9eb-5af1dcd104e1_Tag">
    <vt:lpwstr>50, 3, 0, 1</vt:lpwstr>
  </property>
</Properties>
</file>