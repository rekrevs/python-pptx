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-16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30624" y="2971800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00" dirty="0" smtClean="0"/>
              <a:t>Inherit == True</a:t>
            </a:r>
            <a:endParaRPr lang="en-US" sz="900" dirty="0"/>
          </a:p>
        </p:txBody>
      </p:sp>
      <p:sp>
        <p:nvSpPr>
          <p:cNvPr id="3" name="Rounded Rectangle 2"/>
          <p:cNvSpPr/>
          <p:nvPr/>
        </p:nvSpPr>
        <p:spPr>
          <a:xfrm>
            <a:off x="5698976" y="2971800"/>
            <a:ext cx="914400" cy="914400"/>
          </a:xfrm>
          <a:prstGeom prst="round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dirty="0" smtClean="0"/>
              <a:t>Inherit == False</a:t>
            </a:r>
            <a:endParaRPr lang="en-US" sz="900" dirty="0"/>
          </a:p>
        </p:txBody>
      </p:sp>
      <p:sp>
        <p:nvSpPr>
          <p:cNvPr id="4" name="Rectangle with Shadow"/>
          <p:cNvSpPr/>
          <p:nvPr/>
        </p:nvSpPr>
        <p:spPr>
          <a:xfrm>
            <a:off x="3657600" y="457200"/>
            <a:ext cx="1828800" cy="914400"/>
          </a:xfrm>
          <a:prstGeom prst="rect">
            <a:avLst/>
          </a:prstGeom>
          <a:effectLst>
            <a:outerShdw blurRad="40000" dist="23000" dir="540000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4426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12</cp:revision>
  <dcterms:created xsi:type="dcterms:W3CDTF">2012-11-17T11:07:40Z</dcterms:created>
  <dcterms:modified xsi:type="dcterms:W3CDTF">2018-06-10T21:46:21Z</dcterms:modified>
  <cp:category/>
</cp:coreProperties>
</file>