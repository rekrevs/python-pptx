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4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Microsoft_Excel_Worksheet2.xlsx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Microsoft_Excel_Worksheet3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Leaf 1</cx:pt>
          <cx:pt idx="1">Leaf 2</cx:pt>
          <cx:pt idx="2">Leaf 3</cx:pt>
          <cx:pt idx="3">Leaf 4</cx:pt>
          <cx:pt idx="4">Leaf 5</cx:pt>
          <cx:pt idx="5">Leaf 6</cx:pt>
          <cx:pt idx="6">Leaf 7</cx:pt>
          <cx:pt idx="7">Leaf 8</cx:pt>
          <cx:pt idx="8">Leaf 9</cx:pt>
          <cx:pt idx="9">Leaf 10</cx:pt>
          <cx:pt idx="10">Leaf 11</cx:pt>
          <cx:pt idx="11">Leaf 12</cx:pt>
          <cx:pt idx="12">Leaf 13</cx:pt>
          <cx:pt idx="13">Leaf 14</cx:pt>
          <cx:pt idx="14">Leaf 15</cx:pt>
          <cx:pt idx="15">Leaf 16</cx:pt>
        </cx:lvl>
        <cx:lvl ptCount="16">
          <cx:pt idx="0">Stem 1</cx:pt>
          <cx:pt idx="1">Stem 1</cx:pt>
          <cx:pt idx="2">Stem 1</cx:pt>
          <cx:pt idx="3">Stem 2</cx:pt>
          <cx:pt idx="4">Stem 2</cx:pt>
          <cx:pt idx="5">Stem 2</cx:pt>
          <cx:pt idx="6">Stem 2</cx:pt>
          <cx:pt idx="7">Stem 3</cx:pt>
          <cx:pt idx="8">Stem 3</cx:pt>
          <cx:pt idx="9">Stem 4</cx:pt>
          <cx:pt idx="10">Stem 4</cx:pt>
          <cx:pt idx="11">Stem 5</cx:pt>
          <cx:pt idx="12">Stem 5</cx:pt>
          <cx:pt idx="13">Stem 6</cx:pt>
          <cx:pt idx="14">Stem 6</cx:pt>
          <cx:pt idx="15">Stem 6</cx:pt>
        </cx:lvl>
        <cx:lvl ptCount="16">
          <cx:pt idx="0">Branch 1</cx:pt>
          <cx:pt idx="1">Branch 1</cx:pt>
          <cx:pt idx="2">Branch 1</cx:pt>
          <cx:pt idx="3">Branch 1</cx:pt>
          <cx:pt idx="4">Branch 1</cx:pt>
          <cx:pt idx="5">Branch 1</cx:pt>
          <cx:pt idx="6">Branch 1</cx:pt>
          <cx:pt idx="7">Branch 2</cx:pt>
          <cx:pt idx="8">Branch 2</cx:pt>
          <cx:pt idx="9">Branch 2</cx:pt>
          <cx:pt idx="10">Branch 2</cx:pt>
          <cx:pt idx="11">Branch 3</cx:pt>
          <cx:pt idx="12">Branch 3</cx:pt>
          <cx:pt idx="13">Branch 3</cx:pt>
          <cx:pt idx="14">Branch 3</cx:pt>
          <cx:pt idx="15">Branch 3</cx:pt>
        </cx:lvl>
      </cx:strDim>
      <cx:numDim type="size">
        <cx:f>Sheet1!$D$2:$D$17</cx:f>
        <cx:lvl ptCount="16" formatCode="General">
          <cx:pt idx="0">22</cx:pt>
          <cx:pt idx="1">12</cx:pt>
          <cx:pt idx="2">18</cx:pt>
          <cx:pt idx="3">87</cx:pt>
          <cx:pt idx="4">88</cx:pt>
          <cx:pt idx="5">17</cx:pt>
          <cx:pt idx="6">9</cx:pt>
          <cx:pt idx="7">25</cx:pt>
          <cx:pt idx="8">23</cx:pt>
          <cx:pt idx="9">24</cx:pt>
          <cx:pt idx="10">89</cx:pt>
          <cx:pt idx="11">16</cx:pt>
          <cx:pt idx="12">19</cx:pt>
          <cx:pt idx="13">86</cx:pt>
          <cx:pt idx="14">10</cx:pt>
          <cx:pt idx="15">11</cx:pt>
        </cx:lvl>
      </cx:numDim>
    </cx:data>
  </cx:chartData>
  <cx:chart>
    <cx:title pos="t" align="ctr" overlay="0"/>
    <cx:plotArea>
      <cx:plotAreaRegion>
        <cx:series layoutId="treemap" uniqueId="{F031D6BC-F9DB-0E48-9BD3-8767F26F6B62}">
          <cx:tx>
            <cx:txData>
              <cx:f>Sheet1!$D$1</cx:f>
              <cx:v>Series1</cx:v>
            </cx:txData>
          </cx:tx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Leaf 1</cx:pt>
          <cx:pt idx="1">Leaf 2</cx:pt>
          <cx:pt idx="2">Leaf 3</cx:pt>
          <cx:pt idx="3">Leaf 4</cx:pt>
          <cx:pt idx="4">Leaf 5</cx:pt>
          <cx:pt idx="5"/>
          <cx:pt idx="6"/>
          <cx:pt idx="7">Leaf 8</cx:pt>
          <cx:pt idx="8"/>
          <cx:pt idx="9">Leaf 10</cx:pt>
          <cx:pt idx="10">Leaf 11</cx:pt>
          <cx:pt idx="11">Leaf 12</cx:pt>
          <cx:pt idx="12">Leaf 13</cx:pt>
          <cx:pt idx="13">Leaf 14</cx:pt>
          <cx:pt idx="14">Leaf 15</cx:pt>
          <cx:pt idx="15"/>
        </cx:lvl>
        <cx:lvl ptCount="16">
          <cx:pt idx="0">Stem 1</cx:pt>
          <cx:pt idx="1">Stem 1</cx:pt>
          <cx:pt idx="2">Stem 1</cx:pt>
          <cx:pt idx="3">Stem 2</cx:pt>
          <cx:pt idx="4">Stem 2</cx:pt>
          <cx:pt idx="5">Leaf 6</cx:pt>
          <cx:pt idx="6">Leaf 7</cx:pt>
          <cx:pt idx="7">Stem 3</cx:pt>
          <cx:pt idx="8">Leaf 9</cx:pt>
          <cx:pt idx="9">Stem 4</cx:pt>
          <cx:pt idx="10">Stem 4</cx:pt>
          <cx:pt idx="11">Stem 5</cx:pt>
          <cx:pt idx="12">Stem 5</cx:pt>
          <cx:pt idx="13">Stem 6</cx:pt>
          <cx:pt idx="14">Stem 6</cx:pt>
          <cx:pt idx="15">Leaf 16</cx:pt>
        </cx:lvl>
        <cx:lvl ptCount="16">
          <cx:pt idx="0">Branch 1</cx:pt>
          <cx:pt idx="1">Branch 1</cx:pt>
          <cx:pt idx="2">Branch 1</cx:pt>
          <cx:pt idx="3">Branch 1</cx:pt>
          <cx:pt idx="4">Branch 1</cx:pt>
          <cx:pt idx="5">Branch 1</cx:pt>
          <cx:pt idx="6">Branch 1</cx:pt>
          <cx:pt idx="7">Branch 2</cx:pt>
          <cx:pt idx="8">Branch 2</cx:pt>
          <cx:pt idx="9">Branch 2</cx:pt>
          <cx:pt idx="10">Branch 2</cx:pt>
          <cx:pt idx="11">Branch 3</cx:pt>
          <cx:pt idx="12">Branch 3</cx:pt>
          <cx:pt idx="13">Branch 3</cx:pt>
          <cx:pt idx="14">Branch 3</cx:pt>
          <cx:pt idx="15">Branch 3</cx:pt>
        </cx:lvl>
      </cx:strDim>
      <cx:numDim type="size">
        <cx:f>Sheet1!$D$2:$D$17</cx:f>
        <cx:lvl ptCount="16" formatCode="General">
          <cx:pt idx="0">22</cx:pt>
          <cx:pt idx="1">12</cx:pt>
          <cx:pt idx="2">18</cx:pt>
          <cx:pt idx="3">87</cx:pt>
          <cx:pt idx="4">88</cx:pt>
          <cx:pt idx="5">17</cx:pt>
          <cx:pt idx="6">14</cx:pt>
          <cx:pt idx="7">25</cx:pt>
          <cx:pt idx="8">16</cx:pt>
          <cx:pt idx="9">24</cx:pt>
          <cx:pt idx="10">89</cx:pt>
          <cx:pt idx="11">16</cx:pt>
          <cx:pt idx="12">19</cx:pt>
          <cx:pt idx="13">86</cx:pt>
          <cx:pt idx="14">23</cx:pt>
          <cx:pt idx="15">21</cx:pt>
        </cx:lvl>
      </cx:numDim>
    </cx:data>
  </cx:chartData>
  <cx:chart>
    <cx:title pos="t" align="ctr" overlay="0"/>
    <cx:plotArea>
      <cx:plotAreaRegion>
        <cx:series layoutId="sunburst" uniqueId="{9A0164FB-E784-2342-8BE3-E943E9D1804C}">
          <cx:tx>
            <cx:txData>
              <cx:f>Sheet1!$D$1</cx:f>
              <cx:v>Series1</cx:v>
            </cx:txData>
          </cx:tx>
          <cx:dataLabels pos="ctr">
            <cx:visibility seriesName="0" categoryName="1" value="0"/>
          </cx:dataLabels>
          <cx:dataId val="0"/>
        </cx:series>
      </cx:plotAreaRegion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Category 1</cx:pt>
          <cx:pt idx="1">Category 2</cx:pt>
          <cx:pt idx="2">Category 3</cx:pt>
          <cx:pt idx="3">Category 4</cx:pt>
          <cx:pt idx="4">Category 5</cx:pt>
          <cx:pt idx="5">Category 6</cx:pt>
          <cx:pt idx="6">Category 7</cx:pt>
          <cx:pt idx="7">Category 8</cx:pt>
        </cx:lvl>
      </cx:strDim>
      <cx:numDim type="val">
        <cx:f>Sheet1!$B$2:$B$9</cx:f>
        <cx:lvl ptCount="8" formatCode="General">
          <cx:pt idx="0">100</cx:pt>
          <cx:pt idx="1">20</cx:pt>
          <cx:pt idx="2">50</cx:pt>
          <cx:pt idx="3">-40</cx:pt>
          <cx:pt idx="4">130</cx:pt>
          <cx:pt idx="5">-60</cx:pt>
          <cx:pt idx="6">70</cx:pt>
          <cx:pt idx="7">140</cx:pt>
        </cx:lvl>
      </cx:numDim>
    </cx:data>
  </cx:chartData>
  <cx:chart>
    <cx:title pos="t" align="ctr" overlay="0"/>
    <cx:plotArea>
      <cx:plotAreaRegion>
        <cx:series layoutId="waterfall" uniqueId="{3F9B4EF9-E326-A74E-A8D1-7986C9C37ACA}">
          <cx:tx>
            <cx:txData>
              <cx:f>Sheet1!$B$1</cx:f>
              <cx:v>Series1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Sheet1!$A$2:$A$6</cx:f>
        <cx:lvl ptCount="5">
          <cx:pt idx="0">Category 1</cx:pt>
          <cx:pt idx="1">Category 2</cx:pt>
          <cx:pt idx="2">Category 3</cx:pt>
          <cx:pt idx="3">Category 4</cx:pt>
          <cx:pt idx="4">Category 5</cx:pt>
        </cx:lvl>
      </cx:strDim>
      <cx:numDim type="val">
        <cx:f>Sheet1!$B$2:$B$6</cx:f>
        <cx:lvl ptCount="5" formatCode="General">
          <cx:pt idx="0">5000</cx:pt>
          <cx:pt idx="1">4000</cx:pt>
          <cx:pt idx="2">3000</cx:pt>
          <cx:pt idx="3">1000</cx:pt>
          <cx:pt idx="4">250</cx:pt>
        </cx:lvl>
      </cx:numDim>
    </cx:data>
  </cx:chartData>
  <cx:chart>
    <cx:title pos="t" align="ctr" overlay="0"/>
    <cx:plotArea>
      <cx:plotAreaRegion>
        <cx:series layoutId="funnel" uniqueId="{F0D82F2B-BF6D-8D4A-BE51-5FF237815086}">
          <cx:tx>
            <cx:txData>
              <cx:f>Sheet1!$B$1</cx:f>
              <cx:v>Series1</cx:v>
            </cx:txData>
          </cx:tx>
          <cx:dataLabels>
            <cx:visibility seriesName="0" categoryName="0" value="1"/>
          </cx:dataLabels>
          <cx:dataId val="0"/>
        </cx:series>
      </cx:plotAreaRegion>
      <cx:axis id="1">
        <cx:catScaling gapWidth="0.0599999987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C7368-6C3C-858B-9602-5B3FBFAB7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160CA-523E-C1B5-3441-6008CDF9B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650F7-7EB3-47A9-F4D0-F5EE4E34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E673-E125-364D-8408-976166CCD5EE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22837-4A67-EF6C-BAAE-7B5FF337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61966-879B-645E-D70A-92C855A6B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9E6B-B1AA-F046-8666-316A3C919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91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0C10-07E5-179C-9B35-6A1B2237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B072C-0454-A745-0620-2A6D5C37C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615EB-29F8-0B4A-89F4-4D7874A4D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E673-E125-364D-8408-976166CCD5EE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020FB-ED89-A626-A7E3-D0C04C577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3DB94-7A72-BF93-7177-3C8076BE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9E6B-B1AA-F046-8666-316A3C919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93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82F0-7C85-3718-1E7F-4E172FA13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C7F8A-1407-C063-FF32-26BD051DF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30BF9-D2C9-9FD4-5112-A19517F9B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E673-E125-364D-8408-976166CCD5EE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AC9B1-E5C7-B184-8C86-066E71C4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25FC9-4DF5-D9C0-36A6-6DD20B2FC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9E6B-B1AA-F046-8666-316A3C919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28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C114-FCB9-5F4A-95C5-6D671E5B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E318F-1731-60A8-575E-9D431F7FF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07003-A905-38AB-123A-F4F87CD49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5ED89-774A-43C1-EFD3-FAB1FFF4B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E673-E125-364D-8408-976166CCD5EE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0F168-35D1-0665-BD36-5E7D4677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BF5B2-804A-C664-A2AD-B6CE22094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9E6B-B1AA-F046-8666-316A3C919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0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7A3D-8965-8012-57B7-3C93E9044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94000-2DB1-3606-34F8-AF48A29D9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C80B9-E1C6-CD42-9DFB-64D1900A9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D0451C-B684-F089-89B5-6FB5FF7B33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E84349-04F9-86E2-0919-10786BE3D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775CC1-D6E4-F05B-D813-7AC9643D7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E673-E125-364D-8408-976166CCD5EE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0A85A5-6B32-56B5-66CA-23983B79E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1EA39F-3E30-23EE-0BE1-8F191E148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9E6B-B1AA-F046-8666-316A3C919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42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D148C-76A1-8C55-A1F9-F00A76636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54EE54-A0A3-97C4-6617-4093A8D7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E673-E125-364D-8408-976166CCD5EE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528DB-B1C4-E712-1855-94EDF856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97029-5199-D2F0-7A5B-1D0C8959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9E6B-B1AA-F046-8666-316A3C919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854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7A505-B98D-0D6C-62E6-158A2A2F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E673-E125-364D-8408-976166CCD5EE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8E773D-A9AF-950A-295C-E8B187642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464DD-E493-F510-08EA-39BA751A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9E6B-B1AA-F046-8666-316A3C919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30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187B0-7DE1-0AA0-5BB2-542B2F6D3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E3EA9-E78B-7A78-A9F5-5145E1160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A5CB8-E444-B423-5E17-3B13ECEE3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D9742-79CE-CF65-B805-26C3D25A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E673-E125-364D-8408-976166CCD5EE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37F4F-5165-C4A1-8C65-F74DA307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2DE32-4242-DAC4-00BB-3BEA4D359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9E6B-B1AA-F046-8666-316A3C919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7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A176D-2E5A-E264-0557-F310EE647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5E98D9-8AB7-4DEB-72FB-8D0F68472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5E6BF-5BC3-9EA0-5ABD-0C4F91A70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6FC0A-EF72-8BCA-57C1-AB50484A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E673-E125-364D-8408-976166CCD5EE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71737-A3A0-0D33-AA0B-DA76095D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58D4C-F9C2-F5ED-DBC3-A30E1C82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9E6B-B1AA-F046-8666-316A3C919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63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F82B-80A9-D7B0-11F6-B59D4764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44F41-EB74-2550-7480-BBB1E058A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1011D-5DAB-61DA-FA23-DF4CC8E8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E673-E125-364D-8408-976166CCD5EE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FD9FC-0412-F710-1D92-34365162E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30939-8331-BEF3-76E8-B99F4082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9E6B-B1AA-F046-8666-316A3C919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80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5230C0-6267-2C32-D019-0C24BD358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224F02-382B-2989-3D1B-6AB899E57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7DD76-39AC-19D6-377E-841E9EDC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E673-E125-364D-8408-976166CCD5EE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E162E-EAE3-5692-1DC8-EA6D75E8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89761-02F8-9C62-5FA0-CBD99920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9E6B-B1AA-F046-8666-316A3C919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2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AB021-6146-C6CB-7F64-8C4386B19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576B9-34F5-AF79-58BD-BB23F8331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FBEE1-C773-030E-2871-055A40C57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0E673-E125-364D-8408-976166CCD5EE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BFD52-CEC1-4874-1FAE-025A677BD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A9AE9-8B9F-978E-C8D4-557A27808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09E6B-B1AA-F046-8666-316A3C919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39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4/relationships/chartEx" Target="../charts/chartEx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4/relationships/chartEx" Target="../charts/chartEx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3D3E7871-47AA-FB54-D4AC-4CE6D9F3B534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3D3E7871-47AA-FB54-D4AC-4CE6D9F3B53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368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3FCB6915-C02C-FD3B-ED41-AE3A3CDA7B9E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3FCB6915-C02C-FD3B-ED41-AE3A3CDA7B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871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F1F1-EB2B-30E3-F756-E60EFA5F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19838692-CC65-1D3D-F263-CD69467E2072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19838692-CC65-1D3D-F263-CD69467E20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4736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0B13-B5C6-4702-6930-6A0081F5C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46C9F001-CF0B-ACF6-B90D-990EC83D9964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46C9F001-CF0B-ACF6-B90D-990EC83D996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8836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Sverker Janson</dc:creator>
  <cp:lastModifiedBy>Sverker Janson</cp:lastModifiedBy>
  <cp:revision>1</cp:revision>
  <dcterms:created xsi:type="dcterms:W3CDTF">2025-12-25T15:20:07Z</dcterms:created>
  <dcterms:modified xsi:type="dcterms:W3CDTF">2025-12-25T15:21:47Z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0afd86-dcf7-4483-b9eb-5af1dcd104e1_Enabled">
    <vt:lpwstr>true</vt:lpwstr>
  </property>
  <property fmtid="{D5CDD505-2E9C-101B-9397-08002B2CF9AE}" pid="3" name="MSIP_Label_680afd86-dcf7-4483-b9eb-5af1dcd104e1_SetDate">
    <vt:lpwstr>2025-12-25T15:21:47Z</vt:lpwstr>
  </property>
  <property fmtid="{D5CDD505-2E9C-101B-9397-08002B2CF9AE}" pid="4" name="MSIP_Label_680afd86-dcf7-4483-b9eb-5af1dcd104e1_Method">
    <vt:lpwstr>Standard</vt:lpwstr>
  </property>
  <property fmtid="{D5CDD505-2E9C-101B-9397-08002B2CF9AE}" pid="5" name="MSIP_Label_680afd86-dcf7-4483-b9eb-5af1dcd104e1_Name">
    <vt:lpwstr>K2 Intern</vt:lpwstr>
  </property>
  <property fmtid="{D5CDD505-2E9C-101B-9397-08002B2CF9AE}" pid="6" name="MSIP_Label_680afd86-dcf7-4483-b9eb-5af1dcd104e1_SiteId">
    <vt:lpwstr>5a9809cf-0bcb-413a-838a-09ecc40cc9e8</vt:lpwstr>
  </property>
  <property fmtid="{D5CDD505-2E9C-101B-9397-08002B2CF9AE}" pid="7" name="MSIP_Label_680afd86-dcf7-4483-b9eb-5af1dcd104e1_ActionId">
    <vt:lpwstr>a56a2aa3-90c1-4989-a5e3-006b6b08284e</vt:lpwstr>
  </property>
  <property fmtid="{D5CDD505-2E9C-101B-9397-08002B2CF9AE}" pid="8" name="MSIP_Label_680afd86-dcf7-4483-b9eb-5af1dcd104e1_ContentBits">
    <vt:lpwstr>0</vt:lpwstr>
  </property>
  <property fmtid="{D5CDD505-2E9C-101B-9397-08002B2CF9AE}" pid="9" name="MSIP_Label_680afd86-dcf7-4483-b9eb-5af1dcd104e1_Tag">
    <vt:lpwstr>50, 3, 0, 1</vt:lpwstr>
  </property>
</Properties>
</file>