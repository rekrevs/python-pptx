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ommentAuthors" Target="ppt/commentAuthor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Jane Smith" initials="JS" lastIdx="1" clrIdx="0"/>
  <p:cmAuthor id="1" name="John Doe" initials="J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p="http://schemas.openxmlformats.org/presentationml/2006/main" xmlns:a="http://schemas.openxmlformats.org/drawingml/2006/main">
  <p:cm authorId="0" idx="1" dt="2026-03-25T07:59:06.000">
    <a:pos x="0" y="0"/>
    <p:text>Comment one</p:text>
  </p:cm>
  <p:cm authorId="1" idx="1" dt="2026-03-25T07:59:06.000">
    <a:pos x="0" y="0"/>
    <p:text>Comment two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